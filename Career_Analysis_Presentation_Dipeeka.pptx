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CRISTIANO RONALDO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D7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International Career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D7A0"/>
                </a:solidFill>
              </a:rPr>
              <a:t>Portugal · 2003 – 2017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3474720"/>
            <a:ext cx="1828800" cy="11887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7A0"/>
                </a:solidFill>
              </a:rPr>
              <a:t>Goals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3474720"/>
            <a:ext cx="1828800" cy="11887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147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6032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7A0"/>
                </a:solidFill>
              </a:rPr>
              <a:t>Matches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3474720"/>
            <a:ext cx="1828800" cy="11887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6344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7A0"/>
                </a:solidFill>
              </a:rPr>
              <a:t>Win Rate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3474720"/>
            <a:ext cx="1828800" cy="1188720"/>
          </a:xfrm>
          <a:prstGeom prst="round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35204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0.69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AD7A0"/>
                </a:solidFill>
              </a:rPr>
              <a:t>G / Match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AD7A0"/>
                </a:solidFill>
              </a:rPr>
              <a:t>Menternship Project · EDA &amp; Career Analysis · Dipeeka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is Cristiano Ronaldo?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🇵🇹  Born: February 5, 1985 — Funchal, Madeira, Portugal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⚽  Portugal debut: August 2003 vs Kazakhstan (age 18)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🏆  UEFA Euro 2016 winner — Portugal's greatest tournament triumph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🥇  5× Ballon d'Or winner — world's best player recognition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📊  International record: 101+ goals in 147+ appearances for Portugal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🎯  Converted 69% of goals from open play — a true natural scorer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📈  Career peak: 2011–2016, matching his prime club years at Real Madrid</a:t>
            </a:r>
            <a:endParaRPr lang="en-US" sz="13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350" dirty="0">
                <a:solidFill>
                  <a:srgbClr val="2C2C2C"/>
                </a:solidFill>
              </a:rPr>
              <a:t>🌍  Scored against 40+ different nations across his international career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Goals Per Year — The Career Arc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</a:rPr>
              <a:t>🔑 Key Finding: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Goals peaked in 2016 (13 goals) coinciding with Portugal's UEFA Euro 2016 victory. The 2011–2016 window represents Ronaldo's sustained international prime — he delivered year after year without a single poor season.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Career Progression — Cumulative Goals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</a:rPr>
              <a:t>🔑 Key Finding: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The steepest rise on the curve occurs between 2010–2014. This transformatory period matches his Real Madrid years when he averaged 50+ club goals per season — proof that club form directly amplified his international output.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Scoring Efficiency — Goals Per Match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85800"/>
            <a:ext cx="85953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</a:rPr>
              <a:t>🔑 Key Finding: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Career average of 0.69 G/M is elite for international football. Best efficiency years were 2010 and 2013, where CR7 scored more than one goal per match in some stretches — a rate most strikers never achieve.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 Composition &amp; Portugal's Win Record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548640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685800"/>
            <a:ext cx="310896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3977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</a:rPr>
              <a:t>🔑 Penalty Goals: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Only ~18% of goals came from penalties — Ronaldo earns his tally the hard way.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852160" y="3977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</a:rPr>
              <a:t>🔑 Win Rate: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Portugal won 68% of matches with CR7 — a dominant record.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Opponents — Who Feared CR7 Most?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85800"/>
            <a:ext cx="82296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348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</a:rPr>
              <a:t>🔑 Key Finding: </a:t>
            </a:r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Ronaldo scored most goals against smaller UEFA nations in qualifying rounds. However, he also found the net against major football nations (Spain, France, Sweden) — proving he performs under pressure in the biggest games.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&amp; Worst Years of the Career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114800"/>
          </a:xfrm>
          <a:prstGeom prst="rect">
            <a:avLst/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</a:rPr>
              <a:t>🏆  BEST YEARS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✅  2016 — 13 goals · UEFA Euro 2016 champion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✅  2010 — highest efficiency (0.92 G/M)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✅  2013 — 10 goals · Ballon d'Or season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✅  2007 — Established as #1 in Europe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✅  2014 — Consistent scoring under pressure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777240"/>
            <a:ext cx="4023360" cy="4114800"/>
          </a:xfrm>
          <a:prstGeom prst="rect">
            <a:avLst/>
          </a:prstGeom>
          <a:solidFill>
            <a:srgbClr val="FDEDE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📉  TOUGH YEARS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⚠️  2003 — Debut year · only 1 goal (learning phase)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⚠️  2004 — Portugal lost EURO final vs Greece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⚠️  2005 — Building momentum · 5 goals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⚠️  2012 — EURO exit · below-par tournament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2C2C2C"/>
                </a:solidFill>
              </a:rPr>
              <a:t>⚠️  2017 — Fewer fixtures, limited dataset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502920" cy="6400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143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D7A0"/>
                </a:solidFill>
              </a:rPr>
              <a:t>Peak Era: 2010–2016 — </a:t>
            </a:r>
            <a:pPr indent="0" marL="0">
              <a:buNone/>
            </a:pPr>
            <a:r>
              <a:rPr lang="en-US" sz="1200" dirty="0">
                <a:solidFill>
                  <a:srgbClr val="FAD7A0"/>
                </a:solidFill>
              </a:rPr>
              <a:t>The six-year window where CR7 was unstoppable — combining club excellence with international brilliance.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502920" cy="6400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10312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48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D7A0"/>
                </a:solidFill>
              </a:rPr>
              <a:t>He Makes Portugal Win — </a:t>
            </a:r>
            <a:pPr indent="0" marL="0">
              <a:buNone/>
            </a:pPr>
            <a:r>
              <a:rPr lang="en-US" sz="1200" dirty="0">
                <a:solidFill>
                  <a:srgbClr val="FAD7A0"/>
                </a:solidFill>
              </a:rPr>
              <a:t>A strong positive correlation between Ronaldo's goals and Portugal's match win rate confirms he is not just a statistic — he changes outcomes.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502920" cy="6400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0632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D7A0"/>
                </a:solidFill>
              </a:rPr>
              <a:t>Genuine Scorer — Not a Penalty Merchant — </a:t>
            </a:r>
            <a:pPr indent="0" marL="0">
              <a:buNone/>
            </a:pPr>
            <a:r>
              <a:rPr lang="en-US" sz="1200" dirty="0">
                <a:solidFill>
                  <a:srgbClr val="FAD7A0"/>
                </a:solidFill>
              </a:rPr>
              <a:t>82% of goals from open play show that his tally is built on technical quality and movement, not set-pieces alone.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977640"/>
            <a:ext cx="502920" cy="64008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0233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40690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D7A0"/>
                </a:solidFill>
              </a:rPr>
              <a:t>Big Moments, Big Goals — </a:t>
            </a:r>
            <a:pPr indent="0" marL="0">
              <a:buNone/>
            </a:pPr>
            <a:r>
              <a:rPr lang="en-US" sz="1200" dirty="0">
                <a:solidFill>
                  <a:srgbClr val="FAD7A0"/>
                </a:solidFill>
              </a:rPr>
              <a:t>Despite most goals coming in qualifiers (more matches), CR7 also delivered in major tournaments — UEFA Euro 2016 being the pinnacle.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AD7A0"/>
                </a:solidFill>
              </a:rPr>
              <a:t>Prepared by Dipeeka · Menternship Career Analysis Project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CR7 Career Analysis</dc:title>
  <dc:subject>PptxGenJS Presentation</dc:subject>
  <dc:creator>Dipeeka</dc:creator>
  <cp:lastModifiedBy>Dipeeka</cp:lastModifiedBy>
  <cp:revision>1</cp:revision>
  <dcterms:created xsi:type="dcterms:W3CDTF">2026-05-24T02:36:21Z</dcterms:created>
  <dcterms:modified xsi:type="dcterms:W3CDTF">2026-05-24T02:36:21Z</dcterms:modified>
</cp:coreProperties>
</file>